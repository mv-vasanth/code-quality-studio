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0"/>
            <a:ext cx="777240" cy="777240"/>
          </a:xfrm>
          <a:prstGeom prst="roundRect">
            <a:avLst>
              <a:gd name="adj" fmla="val 2117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40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pw-quality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3063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quality analysis in your terminal,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pipeline, your platform.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1463040" cy="237744"/>
          </a:xfrm>
          <a:prstGeom prst="roundRect">
            <a:avLst>
              <a:gd name="adj" fmla="val 4615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39319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v1.0.0  •  Node 18+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57400" y="3931920"/>
            <a:ext cx="1828800" cy="237744"/>
          </a:xfrm>
          <a:prstGeom prst="roundRect">
            <a:avLst>
              <a:gd name="adj" fmla="val 4615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57400" y="39319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45+ rules  •  Multi-stack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4663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Studio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 at scale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code reviews miss quality issues when test suites grow to hundreds of files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447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82880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files to review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121408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of every spec file before each release is impossible at team scale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41148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10912" y="14447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010912" y="182880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missed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10912" y="2121408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waits, XPaths, missing assertions — easy to miss in PR review under time pressure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1148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13639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352044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 gate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3813048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regressions creep in silently — no automated check to block a bad merge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2971800"/>
            <a:ext cx="41148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10912" y="313639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010912" y="352044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10912" y="3813048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and leads have no dashboard to see test quality trends over time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8229600" cy="411480"/>
          </a:xfrm>
          <a:prstGeom prst="roundRect">
            <a:avLst>
              <a:gd name="adj" fmla="val 22222"/>
            </a:avLst>
          </a:prstGeom>
          <a:solidFill>
            <a:srgbClr val="CCEFED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480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quality degrades silently  →  flaky tests  →  broken releases  →  lost confidence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pw-quality?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1600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1938528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45+ built-in rules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240280"/>
            <a:ext cx="2459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best practices: selectors, reliability, structure, security, accessibility — checked instantly in Node.js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37560" y="146304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02152" y="1600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1938528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AI review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2240280"/>
            <a:ext cx="2459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Bedrock, or Gemini can add deep contextual findings beyond what regex rules catch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73952" y="1600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73952" y="1938528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Cross-file detection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2240280"/>
            <a:ext cx="2459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duplicate test blocks, shared XPaths, and repeated setup code across your entire test suite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" y="3154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" y="3493008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HTML report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30352" y="3794760"/>
            <a:ext cx="2459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HTML — no login, no server. Upload to S3 or Netlify and share a URL with anyone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37560" y="301752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02152" y="3154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3502152" y="3493008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analysis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502152" y="3794760"/>
            <a:ext cx="2459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files processed simultaneously. 168 files in under 2 minutes. Fault-isolated — one error never stops others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09360" y="3017520"/>
            <a:ext cx="278892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73952" y="3154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473952" y="3493008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anywhere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473952" y="3794760"/>
            <a:ext cx="2459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for pipelines · npm SDK for Node.js backends · JSON output for any language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and running in 30 seconds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configuration. No sign-up. Works with Node.js 18+.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16052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41605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Zero install (npx)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1691640"/>
            <a:ext cx="388620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75564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@yourco/pw-quality check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./functional-tests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--threshold 80 --report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8346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for: trying it out, one-off checks, CI pipelines where you do not want to maintain a global install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416052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234440"/>
            <a:ext cx="416052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65192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Global install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37760" y="1691640"/>
            <a:ext cx="388620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0" y="175564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@yourco/pw-quality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Now use from anywhere: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pw-quality check ./tests --report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65192" y="28346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for: developers who run it frequently, local machines, and teams who want a consistent command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2788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418795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78992" y="4059936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command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78992" y="4352544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it at your test folder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29000" y="3931920"/>
            <a:ext cx="2788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93592" y="418795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93592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050792" y="4059936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results instantly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050792" y="4352544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terminal output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3931920"/>
            <a:ext cx="2788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65392" y="418795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65392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022592" y="4059936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report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352544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file ready to upload &amp; share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see in the terminal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931920"/>
          </a:xfrm>
          <a:prstGeom prst="roundRect">
            <a:avLst>
              <a:gd name="adj" fmla="val 3256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978408"/>
            <a:ext cx="128016" cy="12801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978408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856" y="978408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8869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— pw-quality check ./functional-tests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25272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Code Quality Studio — Playwright (TS / JS)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141274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168 files · threshold 80 · 27/08/2026, 14:32:00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57276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173278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189280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──────────────────────────────────────────────────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205282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Score    ████████████████░░░░  87  Good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21284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Files    168 of 168 analysed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237286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Critical 12   Warnings 34   Total 284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253288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  ✓ PASSED  (threshold 80)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269290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──────────────────────────────────────────────────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285292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301294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CRITICAL  Hard wait (waitForTimeout)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317296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login.spec.ts:106  PW-REL-001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333298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WARNING   XPath selector used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349300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checkout.spec.ts:44  PW-SEL-003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365302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381304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HTML report → ./pw-quality-report/report.html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Self-contained HTML report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with --report · No login · No server · Shareable as a URL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663440" cy="352044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466344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8930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89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3075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Tests — Quality Report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49047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· 168 files · 27/08/2026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124358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16276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4360" y="1901952"/>
            <a:ext cx="1024128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192024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194560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709928" y="1901952"/>
            <a:ext cx="1024128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709928" y="192024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709928" y="2194560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825496" y="1901952"/>
            <a:ext cx="1024128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25496" y="192024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2825496" y="2194560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941064" y="1901952"/>
            <a:ext cx="1024128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41064" y="192024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3941064" y="2194560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94360" y="2578608"/>
            <a:ext cx="438912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26243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SCORES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28529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clickToPay.spec.ts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3337560" y="28529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3749040" y="28529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none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30906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mergeCustomer.spec.ts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3337560" y="30906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3749040" y="30906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critical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33284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checkout.spec.ts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3337560" y="33284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3749040" y="33284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critical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94360" y="3657600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3703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FINDINGS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731520" y="3931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2029968" y="39319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00" dirty="0"/>
          </a:p>
        </p:txBody>
      </p:sp>
      <p:sp>
        <p:nvSpPr>
          <p:cNvPr id="39" name="Text 37"/>
          <p:cNvSpPr txBox="1"/>
          <p:nvPr/>
        </p:nvSpPr>
        <p:spPr>
          <a:xfrm>
            <a:off x="2816352" y="39319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wait (waitForTimeout)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731520" y="42062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2029968" y="42062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2816352" y="42062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XPath selector used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534924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 the report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349240" y="1600200"/>
            <a:ext cx="34747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504688" y="1737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5925312" y="1709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 &amp; grade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5925312" y="19842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status against your threshold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349240" y="2560320"/>
            <a:ext cx="34747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504688" y="26974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5925312" y="2670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Per-file breakdown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5925312" y="29443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grade, critical count for every file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349240" y="3520440"/>
            <a:ext cx="34747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504688" y="36576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5925312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findings table</a:t>
            </a:r>
            <a:endParaRPr lang="en-US" sz="1150" dirty="0"/>
          </a:p>
        </p:txBody>
      </p:sp>
      <p:sp>
        <p:nvSpPr>
          <p:cNvPr id="55" name="Text 53"/>
          <p:cNvSpPr txBox="1"/>
          <p:nvPr/>
        </p:nvSpPr>
        <p:spPr>
          <a:xfrm>
            <a:off x="5925312" y="39044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· severity · rule · line · description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349240" y="4480560"/>
            <a:ext cx="34747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504688" y="4617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58" name="Text 56"/>
          <p:cNvSpPr txBox="1"/>
          <p:nvPr/>
        </p:nvSpPr>
        <p:spPr>
          <a:xfrm>
            <a:off x="5925312" y="4590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dependencies</a:t>
            </a:r>
            <a:endParaRPr lang="en-US" sz="1150" dirty="0"/>
          </a:p>
        </p:txBody>
      </p:sp>
      <p:sp>
        <p:nvSpPr>
          <p:cNvPr id="59" name="Text 57"/>
          <p:cNvSpPr txBox="1"/>
          <p:nvPr/>
        </p:nvSpPr>
        <p:spPr>
          <a:xfrm>
            <a:off x="5925312" y="48646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file. Open offline. Share via URL.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into any CI/CD pipeline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· exit code 0 = pass · exit code 1 = fail · HTML report as artifact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60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4160520" cy="347472"/>
          </a:xfrm>
          <a:prstGeom prst="rect">
            <a:avLst/>
          </a:prstGeom>
          <a:solidFill>
            <a:srgbClr val="24292E"/>
          </a:solidFill>
          <a:ln w="12700">
            <a:solidFill>
              <a:srgbClr val="2429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1887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627632"/>
            <a:ext cx="3941064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691640"/>
            <a:ext cx="375818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Quality Gate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run: npx @yourco/pw-quality \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 ./tests \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--threshold 80 \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--report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160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188720"/>
            <a:ext cx="4160520" cy="347472"/>
          </a:xfrm>
          <a:prstGeom prst="rect">
            <a:avLst/>
          </a:prstGeom>
          <a:solidFill>
            <a:srgbClr val="D24939"/>
          </a:solidFill>
          <a:ln w="12700">
            <a:solidFill>
              <a:srgbClr val="D2493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11887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Pipeline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10328" y="1627632"/>
            <a:ext cx="3941064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01768" y="1691640"/>
            <a:ext cx="375818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stage('Quality Gate')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steps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 'npx @yourco/pw-quality \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check ./tests \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--threshold 80 \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--report'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4160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91840"/>
            <a:ext cx="4160520" cy="347472"/>
          </a:xfrm>
          <a:prstGeom prst="rect">
            <a:avLst/>
          </a:prstGeom>
          <a:solidFill>
            <a:srgbClr val="FC6D26"/>
          </a:solidFill>
          <a:ln w="12700">
            <a:solidFill>
              <a:srgbClr val="FC6D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2918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3730752"/>
            <a:ext cx="3941064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3794760"/>
            <a:ext cx="375818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quality-gate: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stage: test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script: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npx @yourco/pw-quality \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check ./tests \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--threshold 80 \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--report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artifacts: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paths: [pw-quality-report/]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800600" y="3291840"/>
            <a:ext cx="4160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3291840"/>
            <a:ext cx="4160520" cy="3474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37760" y="32918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10328" y="3730752"/>
            <a:ext cx="3941064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01768" y="3794760"/>
            <a:ext cx="375818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script: |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npx @yourco/pw-quality \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check ./tests \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--threshold 80 \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--report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displayName: Quality Gate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task: PublishBuildArtifacts@1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 with your existing platform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existing UI stays unchanged — add one API call, display score + findings, link the report URL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60520" cy="3474720"/>
          </a:xfrm>
          <a:prstGeom prst="roundRect">
            <a:avLst>
              <a:gd name="adj" fmla="val 3684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618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Next.js — SDK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388620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validate } from '@yourco/pw-quality';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result = await validate({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files: files,  // [{ name, content }]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stack: 'playwright',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threshold: 80,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 in your dashboard: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result.score       // 87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result.passed      // true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result.findings    // [...]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result.reportUrl   // "https://..."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800600" y="1188720"/>
            <a:ext cx="4160520" cy="3474720"/>
          </a:xfrm>
          <a:prstGeom prst="roundRect">
            <a:avLst>
              <a:gd name="adj" fmla="val 3684"/>
            </a:avLst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2618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Java / any language — CLI subprocess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1600200"/>
            <a:ext cx="388620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93208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subprocess, json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subprocess.run(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["npx", "@yourco/pw-quality",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"check", "./tests",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"--threshold", "80",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"--json", "/tmp/rpt.json",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"--summary"],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capture_output=True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 = result.returncode == 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  = json.load(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open("/tmp/rpt.json"))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print(data["score"])   # 87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print(data["passed"])  # True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options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8869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/ Flag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8869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160520" y="8869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2344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--stack &lt;id&gt;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12344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playwright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123444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set: playwright, typescript, java_api, restassured, karate, pytest_api, postman…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531620"/>
            <a:ext cx="8229600" cy="3566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15956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--threshold &lt;n&gt;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15956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160520" y="159562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 1 if avg score is below this. Use in CI to block a merge.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1892808"/>
            <a:ext cx="82296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19568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--report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19568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160520" y="195681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self-contained HTML report in ./pw-quality-report/report.html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253996"/>
            <a:ext cx="8229600" cy="3566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3180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--json [file]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2926080" y="23180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160520" y="231800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structured findings JSON. Default: ./pw-quality-report/report.json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615184"/>
            <a:ext cx="82296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26791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--parallel &lt;n&gt;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2926080" y="267919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160520" y="267919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files analysed simultaneously. Increase for large suites on fast machines.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976372"/>
            <a:ext cx="8229600" cy="3566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" y="30403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--no-cross-file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2926080" y="30403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160520" y="304038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cross-file duplicate detection (blocks, XPaths, setup code)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337560"/>
            <a:ext cx="82296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" y="34015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--summary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2926080" y="34015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160520" y="340156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only the summary — suppresses per-file table and top findings in terminal.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3698748"/>
            <a:ext cx="8229600" cy="3566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4360" y="37627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--output &lt;dir&gt;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2926080" y="37627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./pw-quality-report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4160520" y="376275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directory for HTML and JSON report output files.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4059936"/>
            <a:ext cx="82296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94360" y="41239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--max-findings &lt;n&gt;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926080" y="41239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4160520" y="412394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top findings to display in terminal output.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4421124"/>
            <a:ext cx="8229600" cy="3566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4360" y="44851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--project &lt;name&gt;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2926080" y="44851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folder name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4160520" y="448513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name for the HTML report header.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pw-quality stacks   →   lists all 13 supported stacks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impact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011680" cy="1261872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097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&lt;2min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709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files analysed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9476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workers, fault-isolated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960120"/>
            <a:ext cx="2011680" cy="1261872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14600" y="1097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1709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tools to learn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19476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terminal command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2011680" cy="1261872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097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709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to share report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19476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HTML, no login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960120"/>
            <a:ext cx="2011680" cy="1261872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12280" y="1097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45+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1709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enforced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19476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run, every file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468880"/>
            <a:ext cx="2798064" cy="1115568"/>
          </a:xfrm>
          <a:prstGeom prst="roundRect">
            <a:avLst>
              <a:gd name="adj" fmla="val 81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2064" y="25877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" y="290779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 in CI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" y="3163824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merges automatically when score drops below threshold — no manual review needed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19272" y="2468880"/>
            <a:ext cx="2798064" cy="1115568"/>
          </a:xfrm>
          <a:prstGeom prst="roundRect">
            <a:avLst>
              <a:gd name="adj" fmla="val 81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65576" y="25877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465576" y="290779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for all teams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465576" y="3163824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report URL in Jira, Slack, PR comment — anyone sees quality without installing anything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72784" y="2468880"/>
            <a:ext cx="2798064" cy="1115568"/>
          </a:xfrm>
          <a:prstGeom prst="roundRect">
            <a:avLst>
              <a:gd name="adj" fmla="val 81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19088" y="25877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419088" y="290779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standards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419088" y="3163824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rules run on every PR, every developer, every environment — no more inconsistent reviews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3730752"/>
            <a:ext cx="2798064" cy="1115568"/>
          </a:xfrm>
          <a:prstGeom prst="roundRect">
            <a:avLst>
              <a:gd name="adj" fmla="val 81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2064" y="384962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12064" y="416966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in your platform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12064" y="4425696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existing dashboard adds 5 lines of code and gets quality scores for every project instantly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319272" y="3730752"/>
            <a:ext cx="2798064" cy="1115568"/>
          </a:xfrm>
          <a:prstGeom prst="roundRect">
            <a:avLst>
              <a:gd name="adj" fmla="val 81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465576" y="384962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3465576" y="416966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trends over time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465576" y="4425696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JSON reports per commit — build a quality trend dashboard with your existing BI tools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72784" y="3730752"/>
            <a:ext cx="2798064" cy="1115568"/>
          </a:xfrm>
          <a:prstGeom prst="roundRect">
            <a:avLst>
              <a:gd name="adj" fmla="val 81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19088" y="384962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6419088" y="416966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the subtle ones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419088" y="4425696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XPath duplication, missing error handling, hard waits buried in 168 files — caught automatically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0"/>
            <a:ext cx="777240" cy="777240"/>
          </a:xfrm>
          <a:prstGeom prst="roundRect">
            <a:avLst>
              <a:gd name="adj" fmla="val 2117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63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started now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command. That's 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914400"/>
          </a:xfrm>
          <a:prstGeom prst="roundRect">
            <a:avLst>
              <a:gd name="adj" fmla="val 14000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487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@yourco/pw-quality check ./functional-tests --threshold 80 --report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4747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4747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Node.js 18+ — no install needed with npx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7673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76732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all .spec.ts files recursively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0599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05993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shareable HTML report in ./pw-quality-report/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435254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35254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 1 if score &lt; 80 — drop straight into CI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Contact your platform team or open an issue on the internal repo.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2026-08-27T07:53:49Z</dcterms:created>
  <dcterms:modified xsi:type="dcterms:W3CDTF">2026-08-27T07:53:49Z</dcterms:modified>
</cp:coreProperties>
</file>