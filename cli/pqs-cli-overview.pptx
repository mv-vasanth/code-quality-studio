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pqs CLI deck. Replaces pw-quality-cli.pptx. Updated for 18 stacks.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slide. Scale problem with manual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pqs. 18 stacks, 300+ rules, offline, three output modes, CI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slide. Build from cli/ dir, npm install -g., command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output slide. Colour-coded mock terminal showing pqs output on Cypress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18 stacks with --stack flag names and rule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integration. GitHub Actions, GitLab, Jenkins, Azure DevOps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formats: pretty (default), json (CI artefact), summary (one-liner).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slide. Stats + 4 organizational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started. Full install + verify + first run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822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8046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10972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pqs CLI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Studio — in your terminal, your pipeline, your platform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5292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stacks  ·  300+ rules  ·  auto-detect  ·  JSON/pretty/summary output  ·  CI exit codes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7033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3657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64992" y="37033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3657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81344" y="37033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needed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06256" y="36576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97696" y="37033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pqs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997696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2910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 ·  No config  ·  Install once from the repo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code reviews can't scale to large test suites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630168" cy="4983480"/>
          </a:xfrm>
          <a:prstGeom prst="roundRect">
            <a:avLst>
              <a:gd name="adj" fmla="val 2519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review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30175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22192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every spec file before each release is impossible at team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1688" y="1389888"/>
            <a:ext cx="3630168" cy="4983480"/>
          </a:xfrm>
          <a:prstGeom prst="roundRect">
            <a:avLst>
              <a:gd name="adj" fmla="val 2519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5727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gates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33288" y="30175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🚫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3822192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waits, XPaths, missing assertions — easy to miss in PR review under time pressure.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66176" y="1389888"/>
            <a:ext cx="3630168" cy="4983480"/>
          </a:xfrm>
          <a:prstGeom prst="roundRect">
            <a:avLst>
              <a:gd name="adj" fmla="val 2519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9056" y="15727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720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37776" y="30175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822192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and leads have no dashboard to see test quality trends over time.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quality degrades silently → flaky tests → broken releases → lost team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pqs?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multi-stack CLI that audits test &amp; API code — offline, instantly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27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1790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5361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built-in rules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84708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Playwright, Cypress, Selenium, Appium, TOSCA, REST Assured, Karate, pytest, Postman, TypeScript, Java, Python — checked in Node.js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389888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527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51790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15361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stacks, auto-detected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184708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command on any folder — pqs identifies the framework from file extensions and picks the right rule set.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1729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16382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1821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private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49300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300+ rules run locally. No API calls, no network, no source ever leaves the machine.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3035808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1729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16382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31821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 modes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349300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— colour terminal; json — CI artefact; summary — one-line status for logs. Exit code 1 on criticals.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818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480974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48280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51389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Jenkins, GitLab, Azure DevOps — one command, exit code gate, optional JSON artefact.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681728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481888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4809744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48280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optional (browser)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205472" y="51389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browser app adds Anthropic/Bedrock/Vertex AI second-eye reviews on top of the same rules.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running in under two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539496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53312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533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repo (recommended)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playwright-quality-studio/cli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5511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843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anywhere on this machine: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./tests/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9136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Re-build &amp; re-install to get rule updates: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343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 &amp;&amp; npm install -g 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560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248656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5385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--help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5678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--list-stacks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353312"/>
            <a:ext cx="5687568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4813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command reference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90195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82512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1947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analyse current folder (auto-detect stack)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7920" y="245059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82512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./tests/ --stack cypress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125712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force a specific stack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299923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82512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 --severity critical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125712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show only critical findings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17920" y="354787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82512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 --output json &gt; r.json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125712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machine-readable CI artefact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0" y="409651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2512" y="4142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 --output summary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9125712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one-liner status (great for logs)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464515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82512" y="4690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 --category reliability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125712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filter by category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519379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82512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--list-stacks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125712" y="5239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show all 18 available stacks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5742432"/>
            <a:ext cx="530352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82512" y="5788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--no-color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125712" y="5788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disable ANSI colours for plain logs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Colour-coded findings with score bars and CI exit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12080"/>
          </a:xfrm>
          <a:prstGeom prst="roundRect">
            <a:avLst>
              <a:gd name="adj" fmla="val 175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36192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53619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536192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8288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pqs ./tests/ --stack cypress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6654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30428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Quality Studio  ─  🌲 Cypress TS/JS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54203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77977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 analysed :  12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0175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Overall score  :  74/100  Grade C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25526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Findings       :  3 critical   8 warning   21 info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49300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────────────────────────────────────────────────────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73075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9684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206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74  login.cy.ts                               3c 2w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44439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82  checkout.cy.ts                                1w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68172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96  home.cy.ts                                  clean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49194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515721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FINDINGS  (32 shown)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53949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CRIT  cy.wait() with number [CY-REL-001]:42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563270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Fixed delays cause flakiness or slow runs.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587044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CRIT  it.only() left in test file [CY-STR-004]:18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610819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it.only blocks all other tests — remove before merge.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634593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658368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 SCORES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682142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██████████  96   🎯 Selectors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70591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████████░░  82   🔒 Security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729691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██████░░░░  62   🔄 Reliability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1 when critical findings exist — drop straight into CI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pqs --list-stacks  —  all 18 built-in rule 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89888"/>
            <a:ext cx="278892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38988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865376"/>
            <a:ext cx="2788920" cy="585216"/>
          </a:xfrm>
          <a:prstGeom prst="roundRect">
            <a:avLst>
              <a:gd name="adj" fmla="val 7813"/>
            </a:avLst>
          </a:prstGeom>
          <a:solidFill>
            <a:srgbClr val="F0FD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" y="19385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192024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TS/JS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17627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playwright   ·   41 rules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523744"/>
            <a:ext cx="2788920" cy="585216"/>
          </a:xfrm>
          <a:prstGeom prst="roundRect">
            <a:avLst>
              <a:gd name="adj" fmla="val 7813"/>
            </a:avLst>
          </a:prstGeom>
          <a:solidFill>
            <a:srgbClr val="F0FD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" y="259689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🎭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57860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Java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32104" y="283464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playwright_java   ·   18 rules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3182112"/>
            <a:ext cx="2788920" cy="585216"/>
          </a:xfrm>
          <a:prstGeom prst="roundRect">
            <a:avLst>
              <a:gd name="adj" fmla="val 7813"/>
            </a:avLst>
          </a:prstGeom>
          <a:solidFill>
            <a:srgbClr val="F0FD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" y="325526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🐍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" y="3236976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Python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" y="349300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playwright_python   ·   16 rules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3840480"/>
            <a:ext cx="2788920" cy="585216"/>
          </a:xfrm>
          <a:prstGeom prst="roundRect">
            <a:avLst>
              <a:gd name="adj" fmla="val 7813"/>
            </a:avLst>
          </a:prstGeom>
          <a:solidFill>
            <a:srgbClr val="F0FD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" y="391363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" y="3895344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Java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" y="415137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selenium_java   ·   21 rules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4498848"/>
            <a:ext cx="2788920" cy="585216"/>
          </a:xfrm>
          <a:prstGeom prst="roundRect">
            <a:avLst>
              <a:gd name="adj" fmla="val 7813"/>
            </a:avLst>
          </a:prstGeom>
          <a:solidFill>
            <a:srgbClr val="F0FD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" y="45720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" y="4553712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C#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" y="480974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selenium_csharp   ·   21 rules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5157216"/>
            <a:ext cx="2788920" cy="585216"/>
          </a:xfrm>
          <a:prstGeom prst="roundRect">
            <a:avLst>
              <a:gd name="adj" fmla="val 7813"/>
            </a:avLst>
          </a:prstGeom>
          <a:solidFill>
            <a:srgbClr val="F0FD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6344" y="523036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🌲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" y="521208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TS/JS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" y="546811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cypress   ·   28 rules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37560" y="1389888"/>
            <a:ext cx="2267712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29000" y="13898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Model-based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1865376"/>
            <a:ext cx="2267712" cy="585216"/>
          </a:xfrm>
          <a:prstGeom prst="roundRect">
            <a:avLst>
              <a:gd name="adj" fmla="val 7813"/>
            </a:avLst>
          </a:prstGeom>
          <a:solidFill>
            <a:srgbClr val="F5F3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392424" y="19385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758184" y="1920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Java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758184" y="2176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appium_java   ·   28 rules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37560" y="2523744"/>
            <a:ext cx="2267712" cy="585216"/>
          </a:xfrm>
          <a:prstGeom prst="roundRect">
            <a:avLst>
              <a:gd name="adj" fmla="val 7813"/>
            </a:avLst>
          </a:prstGeom>
          <a:solidFill>
            <a:srgbClr val="F5F3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392424" y="259689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🔷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758184" y="2578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TOSCA XML export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758184" y="2834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tosca_xml   ·   24 rules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42432" y="1389888"/>
            <a:ext cx="2542032" cy="402336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833872" y="13898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42432" y="1865376"/>
            <a:ext cx="2542032" cy="585216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797296" y="19385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🧪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163056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163056" y="2176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restassured   ·   20 rules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42432" y="2523744"/>
            <a:ext cx="2542032" cy="585216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797296" y="259689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🥋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163056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DSL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163056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karate   ·   15 rules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42432" y="3182112"/>
            <a:ext cx="2542032" cy="585216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797296" y="325526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🧫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163056" y="32369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(API)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163056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pytest_api   ·   15 rules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42432" y="3840480"/>
            <a:ext cx="2542032" cy="585216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797296" y="391363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📮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6163056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Postman/Newman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6163056" y="4151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postman   ·   15 rules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412480" y="1389888"/>
            <a:ext cx="3639312" cy="402336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503920" y="138988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412480" y="1865376"/>
            <a:ext cx="3639312" cy="585216"/>
          </a:xfrm>
          <a:prstGeom prst="roundRect">
            <a:avLst>
              <a:gd name="adj" fmla="val 7813"/>
            </a:avLst>
          </a:prstGeom>
          <a:solidFill>
            <a:srgbClr val="FFFBEB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467344" y="193852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🔷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8833104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API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8833104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typescript   ·   21 rules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412480" y="2523744"/>
            <a:ext cx="3639312" cy="585216"/>
          </a:xfrm>
          <a:prstGeom prst="roundRect">
            <a:avLst>
              <a:gd name="adj" fmla="val 7813"/>
            </a:avLst>
          </a:prstGeom>
          <a:solidFill>
            <a:srgbClr val="FFFBEB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467344" y="259689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⚛️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8833104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Frontend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8833104" y="2834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ts_frontend   ·   10 rules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12480" y="3182112"/>
            <a:ext cx="3639312" cy="585216"/>
          </a:xfrm>
          <a:prstGeom prst="roundRect">
            <a:avLst>
              <a:gd name="adj" fmla="val 7813"/>
            </a:avLst>
          </a:prstGeom>
          <a:solidFill>
            <a:srgbClr val="FFFBEB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467344" y="325526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☕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8833104" y="3236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API/Core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8833104" y="34930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java_api   ·   30 rules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412480" y="3840480"/>
            <a:ext cx="3639312" cy="585216"/>
          </a:xfrm>
          <a:prstGeom prst="roundRect">
            <a:avLst>
              <a:gd name="adj" fmla="val 7813"/>
            </a:avLst>
          </a:prstGeom>
          <a:solidFill>
            <a:srgbClr val="FFFBEB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467344" y="391363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🐍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8833104" y="3895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8833104" y="4151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python_api   ·   12 rules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412480" y="4498848"/>
            <a:ext cx="3639312" cy="585216"/>
          </a:xfrm>
          <a:prstGeom prst="roundRect">
            <a:avLst>
              <a:gd name="adj" fmla="val 7813"/>
            </a:avLst>
          </a:prstGeom>
          <a:solidFill>
            <a:srgbClr val="FFFBEB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8467344" y="45720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8833104" y="4553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Frontend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8833104" y="48097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python_frontend   ·   5 rules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11480" y="64922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pqs auto-detects the stack from file extensions  ·  use --stack &lt;id&gt; to override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· exit 0 = pass · exit 1 = fail · artefact optional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5394960" cy="2359152"/>
          </a:xfrm>
          <a:prstGeom prst="roundRect">
            <a:avLst>
              <a:gd name="adj" fmla="val 387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Audit test quality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94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pqs ./tests/ --output summary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78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exit 1 on criticals = failed step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389888"/>
            <a:ext cx="5394960" cy="2359152"/>
          </a:xfrm>
          <a:prstGeom prst="roundRect">
            <a:avLst>
              <a:gd name="adj" fmla="val 3876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270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  GitLab CI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9202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quality-gate: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494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 pqs ./tests/ --output json &gt; r.json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786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artifacts: { paths: [r.json] 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2359152"/>
          </a:xfrm>
          <a:prstGeom prst="roundRect">
            <a:avLst>
              <a:gd name="adj" fmla="val 3876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0873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Jenkins Pipeline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805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stage('Quality Gate') {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097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{ sh 'pqs ./tests/ --severity critical' }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389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950208"/>
            <a:ext cx="5394960" cy="2359152"/>
          </a:xfrm>
          <a:prstGeom prst="roundRect">
            <a:avLst>
              <a:gd name="adj" fmla="val 3876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0873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Azure DevOps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4805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script: pqs ./tests/ --output summary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8097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displayName: Test Quality Gate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1389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Publishes exit code as step result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6473952"/>
            <a:ext cx="11274552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6492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--output summary for concise log lines, --output json for artefact upload to S3/Blob/Nexus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output modes for every context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630168" cy="5074920"/>
          </a:xfrm>
          <a:prstGeom prst="roundRect">
            <a:avLst>
              <a:gd name="adj" fmla="val 2519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536192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🖥️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Pretty (default)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3273552" cy="310896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3347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 pretty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35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ANSI colour-coded terminal output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Per-file score + finding counts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Per-finding: severity, rule ID, line number, description, fix suggestion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Category score bars at the bottom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047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 --no-color for plain text logs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1353312"/>
            <a:ext cx="3630168" cy="5074920"/>
          </a:xfrm>
          <a:prstGeom prst="roundRect">
            <a:avLst>
              <a:gd name="adj" fmla="val 2519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33288" y="1536192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📄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240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44568" y="2633472"/>
            <a:ext cx="3273552" cy="310896"/>
          </a:xfrm>
          <a:prstGeom prst="roundRect">
            <a:avLst>
              <a:gd name="adj" fmla="val 14706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44568" y="263347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 json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035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Machine-readable structured output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Stack metadata + avg score + per-file results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Each finding: ruleId, severity, category, line, fix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Pipe to a file: --output json &gt; report.json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5047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Ideal for dashboards, Jira, Slack integrations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66176" y="1353312"/>
            <a:ext cx="3630168" cy="5074920"/>
          </a:xfrm>
          <a:prstGeom prst="roundRect">
            <a:avLst>
              <a:gd name="adj" fmla="val 2519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536192"/>
            <a:ext cx="896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449056" y="2240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49056" y="2633472"/>
            <a:ext cx="3273552" cy="310896"/>
          </a:xfrm>
          <a:prstGeom prst="roundRect">
            <a:avLst>
              <a:gd name="adj" fmla="val 14706"/>
            </a:avLst>
          </a:prstGeom>
          <a:solidFill>
            <a:srgbClr val="D9770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49056" y="263347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 summary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467344" y="3035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One-line status output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467344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Example: pqs ⚡ Playwright · 12 files · score 74 · 2 critical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467344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Perfect for CI log headers and Slack notifications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467344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Exit code 1 when criticals found (all modes)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467344" y="5047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Combine with --severity for targeted gates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quality enforcement at any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2487168" cy="1389888"/>
          </a:xfrm>
          <a:prstGeom prst="roundRect">
            <a:avLst>
              <a:gd name="adj" fmla="val 657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08176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&lt;2min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665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files analysed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225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Node.js workers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73552" y="1353312"/>
            <a:ext cx="2487168" cy="1389888"/>
          </a:xfrm>
          <a:prstGeom prst="roundRect">
            <a:avLst>
              <a:gd name="adj" fmla="val 657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64992" y="1408176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0665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 to learn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23225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pqs in the terminal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9904" y="1353312"/>
            <a:ext cx="2487168" cy="1389888"/>
          </a:xfrm>
          <a:prstGeom prst="roundRect">
            <a:avLst>
              <a:gd name="adj" fmla="val 6579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81344" y="1408176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20665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covered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23225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API · mobile · model-based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06256" y="1353312"/>
            <a:ext cx="2487168" cy="1389888"/>
          </a:xfrm>
          <a:prstGeom prst="roundRect">
            <a:avLst>
              <a:gd name="adj" fmla="val 6579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97696" y="1408176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997696" y="20665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97696" y="232257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run, every file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944368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1455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in CI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4747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merges automatically when critical findings exist — no manual review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944368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31455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for all teams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347472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artefacts feed dashboards, Jira, Slack — anyone sees quality without installing anything.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681728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48828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882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standards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2120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300+ rules run on every PR, every developer, every environment.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681728"/>
            <a:ext cx="5394960" cy="1572768"/>
          </a:xfrm>
          <a:prstGeom prst="roundRect">
            <a:avLst>
              <a:gd name="adj" fmla="val 5814"/>
            </a:avLst>
          </a:prstGeom>
          <a:solidFill>
            <a:srgbClr val="1E293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2240" y="48828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114032" y="4882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in your platform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14032" y="52120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pqs as a subprocess from any language; consume the JSON output in your existing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9436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Get started now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53312"/>
            <a:ext cx="10972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That's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96596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playwright-quality-studio/cli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5856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&amp;&amp; npm run build &amp;&amp; npm install -g 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55117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84378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pqs ./your-tests/ --stack playwright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5643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Runs in Node.js 18+ — no additional dependencies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Auto-detects stack from file extensions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Analyses files recursively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1830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Pretty colour output, JSON artefact, or one-line summary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1389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Exit code 1 if critical findings — drop straight into CI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55955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 pqs --list-stacks to see all 18 supported frameworks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Open an issue on the internal repo or contact the platform team.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pqs CLI — Code Quality in Your Terminal</dc:title>
  <dc:subject>PptxGenJS Presentation</dc:subject>
  <dc:creator>Code Quality Studio</dc:creator>
  <cp:lastModifiedBy>Code Quality Studio</cp:lastModifiedBy>
  <cp:revision>1</cp:revision>
  <dcterms:created xsi:type="dcterms:W3CDTF">2026-09-10T14:53:42Z</dcterms:created>
  <dcterms:modified xsi:type="dcterms:W3CDTF">2026-09-10T14:53:42Z</dcterms:modified>
</cp:coreProperties>
</file>